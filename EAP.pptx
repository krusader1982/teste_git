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pt-BR" sz="6000" b="0" strike="noStrike" spc="-1">
                <a:solidFill>
                  <a:srgbClr val="000000"/>
                </a:solidFill>
                <a:latin typeface="Calibri Light"/>
              </a:rPr>
              <a:t>Clique para editar o título Mestre</a:t>
            </a:r>
            <a:endParaRPr lang="pt-BR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5F480FD6-D99E-4CFC-AE2D-ED32A1A3C978}" type="datetime">
              <a:rPr lang="pt-BR" sz="1200" b="0" strike="noStrike" spc="-1">
                <a:solidFill>
                  <a:srgbClr val="8B8B8B"/>
                </a:solidFill>
                <a:latin typeface="Calibri"/>
              </a:rPr>
              <a:t>15/09/2021</a:t>
            </a:fld>
            <a:endParaRPr lang="pt-BR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pt-BR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DE0A8C02-D584-4FBD-922C-B9351DB892F6}" type="slidenum">
              <a:rPr lang="pt-BR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pt-BR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ustomShape 1"/>
          <p:cNvSpPr/>
          <p:nvPr/>
        </p:nvSpPr>
        <p:spPr>
          <a:xfrm>
            <a:off x="8795880" y="761040"/>
            <a:ext cx="3239640" cy="698760"/>
          </a:xfrm>
          <a:prstGeom prst="homePlate">
            <a:avLst>
              <a:gd name="adj" fmla="val 50000"/>
            </a:avLst>
          </a:prstGeom>
          <a:solidFill>
            <a:srgbClr val="4F9FFF"/>
          </a:solidFill>
          <a:ln w="5724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FFFFFF"/>
                </a:solidFill>
                <a:latin typeface="Calibri"/>
              </a:rPr>
              <a:t>SPRINT 4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41" name="CustomShape 2"/>
          <p:cNvSpPr/>
          <p:nvPr/>
        </p:nvSpPr>
        <p:spPr>
          <a:xfrm>
            <a:off x="5914080" y="761040"/>
            <a:ext cx="3239640" cy="698760"/>
          </a:xfrm>
          <a:prstGeom prst="homePlate">
            <a:avLst>
              <a:gd name="adj" fmla="val 50000"/>
            </a:avLst>
          </a:prstGeom>
          <a:solidFill>
            <a:srgbClr val="3592FF"/>
          </a:solidFill>
          <a:ln w="5724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FFFFFF"/>
                </a:solidFill>
                <a:latin typeface="Calibri"/>
              </a:rPr>
              <a:t>SPRINT 3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42" name="CustomShape 3"/>
          <p:cNvSpPr/>
          <p:nvPr/>
        </p:nvSpPr>
        <p:spPr>
          <a:xfrm>
            <a:off x="3031920" y="761040"/>
            <a:ext cx="3239640" cy="698760"/>
          </a:xfrm>
          <a:prstGeom prst="homePlate">
            <a:avLst>
              <a:gd name="adj" fmla="val 50000"/>
            </a:avLst>
          </a:prstGeom>
          <a:solidFill>
            <a:srgbClr val="1A85FF"/>
          </a:solidFill>
          <a:ln w="5724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FFFFFF"/>
                </a:solidFill>
                <a:latin typeface="Calibri"/>
              </a:rPr>
              <a:t>SPRINT 2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43" name="CustomShape 4"/>
          <p:cNvSpPr/>
          <p:nvPr/>
        </p:nvSpPr>
        <p:spPr>
          <a:xfrm>
            <a:off x="150120" y="761040"/>
            <a:ext cx="3239640" cy="698760"/>
          </a:xfrm>
          <a:prstGeom prst="homePlate">
            <a:avLst>
              <a:gd name="adj" fmla="val 50000"/>
            </a:avLst>
          </a:prstGeom>
          <a:solidFill>
            <a:srgbClr val="0078FF"/>
          </a:solidFill>
          <a:ln w="5724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800" b="1" strike="noStrike" spc="-1">
                <a:solidFill>
                  <a:srgbClr val="FFFFFF"/>
                </a:solidFill>
                <a:latin typeface="Calibri"/>
              </a:rPr>
              <a:t>SPRINT 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44" name="CustomShape 5"/>
          <p:cNvSpPr/>
          <p:nvPr/>
        </p:nvSpPr>
        <p:spPr>
          <a:xfrm>
            <a:off x="150120" y="2016000"/>
            <a:ext cx="2881440" cy="853611"/>
          </a:xfrm>
          <a:prstGeom prst="roundRect">
            <a:avLst>
              <a:gd name="adj" fmla="val 507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600" b="0" strike="noStrike" spc="-1" dirty="0">
                <a:solidFill>
                  <a:srgbClr val="000000"/>
                </a:solidFill>
                <a:latin typeface="Calibri"/>
              </a:rPr>
              <a:t>Abertura de projeto</a:t>
            </a:r>
            <a:endParaRPr lang="pt-BR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600" b="0" strike="noStrike" spc="-1" dirty="0">
              <a:latin typeface="Arial"/>
            </a:endParaRPr>
          </a:p>
        </p:txBody>
      </p:sp>
      <p:sp>
        <p:nvSpPr>
          <p:cNvPr id="45" name="CustomShape 6"/>
          <p:cNvSpPr/>
          <p:nvPr/>
        </p:nvSpPr>
        <p:spPr>
          <a:xfrm>
            <a:off x="3151440" y="2016000"/>
            <a:ext cx="2881440" cy="1106976"/>
          </a:xfrm>
          <a:prstGeom prst="roundRect">
            <a:avLst>
              <a:gd name="adj" fmla="val 507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600" b="0" strike="noStrike" spc="-1" dirty="0">
                <a:solidFill>
                  <a:srgbClr val="000000"/>
                </a:solidFill>
                <a:latin typeface="Calibri"/>
              </a:rPr>
              <a:t>Implementação do </a:t>
            </a:r>
            <a:r>
              <a:rPr lang="pt-BR" sz="1600" b="0" strike="noStrike" spc="-1" dirty="0" err="1">
                <a:solidFill>
                  <a:srgbClr val="000000"/>
                </a:solidFill>
                <a:latin typeface="Calibri"/>
              </a:rPr>
              <a:t>Frontend</a:t>
            </a:r>
            <a:endParaRPr lang="pt-BR" sz="1600" b="0" strike="noStrike" spc="-1" dirty="0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600" b="0" strike="noStrike" spc="-1" dirty="0">
                <a:solidFill>
                  <a:srgbClr val="000000"/>
                </a:solidFill>
                <a:latin typeface="Calibri"/>
              </a:rPr>
              <a:t>Testes de solução</a:t>
            </a:r>
            <a:endParaRPr lang="pt-BR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600" b="0" strike="noStrike" spc="-1" dirty="0">
              <a:latin typeface="Arial"/>
            </a:endParaRPr>
          </a:p>
        </p:txBody>
      </p:sp>
      <p:sp>
        <p:nvSpPr>
          <p:cNvPr id="46" name="CustomShape 7"/>
          <p:cNvSpPr/>
          <p:nvPr/>
        </p:nvSpPr>
        <p:spPr>
          <a:xfrm>
            <a:off x="6152760" y="2016000"/>
            <a:ext cx="2881440" cy="853611"/>
          </a:xfrm>
          <a:prstGeom prst="roundRect">
            <a:avLst>
              <a:gd name="adj" fmla="val 507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600" b="0" strike="noStrike" spc="-1" dirty="0">
                <a:solidFill>
                  <a:srgbClr val="000000"/>
                </a:solidFill>
                <a:latin typeface="Calibri"/>
              </a:rPr>
              <a:t>Implementação do </a:t>
            </a:r>
            <a:r>
              <a:rPr lang="pt-BR" sz="1600" b="0" strike="noStrike" spc="-1" dirty="0" err="1">
                <a:solidFill>
                  <a:srgbClr val="000000"/>
                </a:solidFill>
                <a:latin typeface="Calibri"/>
              </a:rPr>
              <a:t>Backend</a:t>
            </a:r>
            <a:endParaRPr lang="pt-BR" sz="1600" b="0" strike="noStrike" spc="-1" dirty="0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600" b="0" strike="noStrike" spc="-1" dirty="0">
                <a:solidFill>
                  <a:srgbClr val="000000"/>
                </a:solidFill>
                <a:latin typeface="Calibri"/>
              </a:rPr>
              <a:t>Teste de vinculo do usuário</a:t>
            </a:r>
            <a:endParaRPr lang="pt-BR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600" b="0" strike="noStrike" spc="-1" dirty="0">
              <a:latin typeface="Arial"/>
            </a:endParaRPr>
          </a:p>
        </p:txBody>
      </p:sp>
      <p:sp>
        <p:nvSpPr>
          <p:cNvPr id="47" name="CustomShape 8"/>
          <p:cNvSpPr/>
          <p:nvPr/>
        </p:nvSpPr>
        <p:spPr>
          <a:xfrm>
            <a:off x="9154080" y="2016000"/>
            <a:ext cx="2881440" cy="1613706"/>
          </a:xfrm>
          <a:prstGeom prst="roundRect">
            <a:avLst>
              <a:gd name="adj" fmla="val 507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600" b="0" strike="noStrike" spc="-1" dirty="0">
                <a:solidFill>
                  <a:srgbClr val="000000"/>
                </a:solidFill>
                <a:latin typeface="Calibri"/>
              </a:rPr>
              <a:t>Integração do </a:t>
            </a:r>
            <a:r>
              <a:rPr lang="pt-BR" sz="1600" b="0" strike="noStrike" spc="-1" dirty="0" err="1">
                <a:solidFill>
                  <a:srgbClr val="000000"/>
                </a:solidFill>
                <a:latin typeface="Calibri"/>
              </a:rPr>
              <a:t>Backend</a:t>
            </a:r>
            <a:r>
              <a:rPr lang="pt-BR" sz="1600" b="0" strike="noStrike" spc="-1" dirty="0">
                <a:solidFill>
                  <a:srgbClr val="000000"/>
                </a:solidFill>
                <a:latin typeface="Calibri"/>
              </a:rPr>
              <a:t> e do </a:t>
            </a:r>
            <a:r>
              <a:rPr lang="pt-BR" sz="1600" b="0" strike="noStrike" spc="-1" dirty="0" err="1">
                <a:solidFill>
                  <a:srgbClr val="000000"/>
                </a:solidFill>
                <a:latin typeface="Calibri"/>
              </a:rPr>
              <a:t>Frontend</a:t>
            </a:r>
            <a:endParaRPr lang="pt-BR" sz="1600" b="0" strike="noStrike" spc="-1" dirty="0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600" b="0" strike="noStrike" spc="-1" dirty="0">
                <a:solidFill>
                  <a:srgbClr val="000000"/>
                </a:solidFill>
                <a:latin typeface="Calibri"/>
              </a:rPr>
              <a:t>Teste de persistência e vinculo do usuário</a:t>
            </a:r>
            <a:endParaRPr lang="pt-BR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38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DOUGLAS HENRIQUE TEIXEIRA BARBOZA</dc:creator>
  <dc:description/>
  <cp:lastModifiedBy>samuel black</cp:lastModifiedBy>
  <cp:revision>3</cp:revision>
  <dcterms:created xsi:type="dcterms:W3CDTF">2021-09-06T19:34:56Z</dcterms:created>
  <dcterms:modified xsi:type="dcterms:W3CDTF">2021-09-15T21:54:27Z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</vt:i4>
  </property>
</Properties>
</file>